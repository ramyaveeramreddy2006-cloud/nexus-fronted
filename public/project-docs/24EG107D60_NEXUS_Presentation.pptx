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DF5FF"/>
                </a:solidFill>
                <a:latin typeface="Aptos Display"/>
              </a:defRPr>
            </a:pPr>
            <a:r>
              <a:t>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B8CADB"/>
                </a:solidFill>
                <a:latin typeface="Aptos"/>
              </a:defRPr>
            </a:pPr>
            <a:r>
              <a:t>A Unified Multi-Domain Digital Platform</a:t>
            </a:r>
          </a:p>
          <a:p>
            <a:pPr>
              <a:spcAft>
                <a:spcPts val="900"/>
              </a:spcAft>
              <a:defRPr sz="2000">
                <a:solidFill>
                  <a:srgbClr val="B8CADB"/>
                </a:solidFill>
                <a:latin typeface="Aptos"/>
              </a:defRPr>
            </a:pPr>
            <a:r>
              <a:t>Java Full Stack Development Capstone</a:t>
            </a:r>
          </a:p>
          <a:p>
            <a:pPr>
              <a:spcAft>
                <a:spcPts val="900"/>
              </a:spcAft>
              <a:defRPr sz="2000">
                <a:solidFill>
                  <a:srgbClr val="B8CADB"/>
                </a:solidFill>
                <a:latin typeface="Aptos"/>
              </a:defRPr>
            </a:pPr>
            <a:r>
              <a:t>Student ID: 24EG107D60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879D"/>
                </a:solidFill>
                <a:latin typeface="Aptos"/>
              </a:defRPr>
            </a:pPr>
            <a:r>
              <a:t>NEXUS • 24EG107D60 •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DF5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Information is scattered across separate platforms for education, agriculture, healthcare, jobs, events, resources and community services.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NEXUS solves this by bringing multiple fields into one secure website.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879D"/>
                </a:solidFill>
                <a:latin typeface="Aptos"/>
              </a:defRPr>
            </a:pPr>
            <a:r>
              <a:t>NEXUS • 24EG107D60 •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DF5FF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One website • One account • One ecosystem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Users select their role and primary field, then access relevant resources, opportunities, events and community features through personalized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879D"/>
                </a:solidFill>
                <a:latin typeface="Aptos"/>
              </a:defRPr>
            </a:pPr>
            <a:r>
              <a:t>NEXUS • 24EG107D60 •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DF5FF"/>
                </a:solidFill>
                <a:latin typeface="Aptos Display"/>
              </a:defRPr>
            </a:pPr>
            <a:r>
              <a:t>Target Users &amp;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Students • Faculty • Farmers • Professionals • Administrators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Education • Agriculture • Healthcare • Business • Technology • Government •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879D"/>
                </a:solidFill>
                <a:latin typeface="Aptos"/>
              </a:defRPr>
            </a:pPr>
            <a:r>
              <a:t>NEXUS • 24EG107D60 •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DF5FF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Frontend: React + Vite + Axios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Backend: Java 17 + Spring Boot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Database: MySQL + Spring Data JPA / Hibernate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Security: Spring Security + JWT + BCrypt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AI: LLM integration + RAG retrieval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DevOps: Docker + Docker Compose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API Documentation: Swagger / OpenAPI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879D"/>
                </a:solidFill>
                <a:latin typeface="Aptos"/>
              </a:defRPr>
            </a:pPr>
            <a:r>
              <a:t>NEXUS • 24EG107D60 •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DF5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Browser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  ↓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React UI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  ↓ Axios / REST JSON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Spring Boot Controllers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  ↓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Service + Validation Layer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  ↓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JPA Repositories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  ↓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MySQL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AI flow: Question → Resource Retrieval → Context → Optional LLM →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879D"/>
                </a:solidFill>
                <a:latin typeface="Aptos"/>
              </a:defRPr>
            </a:pPr>
            <a:r>
              <a:t>NEXUS • 24EG107D60 •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DF5FF"/>
                </a:solidFill>
                <a:latin typeface="Aptos Display"/>
              </a:defRPr>
            </a:pPr>
            <a:r>
              <a:t>Authentication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Registration and Login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• Passwords shorter than 6 characters show an incorrect-password message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• BCrypt password hashing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• JWT token generation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• Protected routes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• Role-based access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• Environment variables for production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879D"/>
                </a:solidFill>
                <a:latin typeface="Aptos"/>
              </a:defRPr>
            </a:pPr>
            <a:r>
              <a:t>NEXUS • 24EG107D60 •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DF5FF"/>
                </a:solidFill>
                <a:latin typeface="Aptos Display"/>
              </a:defRPr>
            </a:pPr>
            <a:r>
              <a:t>Core CRUD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Community Posts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Resources / Knowledge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Events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Jobs &amp; Opportunities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Each module demonstrates Create, Read, Update/Delete where applicable, REST APIs, JSON, MySQL persistence and frontend state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879D"/>
                </a:solidFill>
                <a:latin typeface="Aptos"/>
              </a:defRPr>
            </a:pPr>
            <a:r>
              <a:t>NEXUS • 24EG107D60 •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DF5FF"/>
                </a:solidFill>
                <a:latin typeface="Aptos Display"/>
              </a:defRPr>
            </a:pPr>
            <a:r>
              <a:t>AI +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NEXUS Assistant retrieves relevant information from platform resources and uses it as context.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The project includes a local fallback so the demo can work without an API key. An OpenAI-compatible LLM can be enabled using environment variables.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879D"/>
                </a:solidFill>
                <a:latin typeface="Aptos"/>
              </a:defRPr>
            </a:pPr>
            <a:r>
              <a:t>NEXUS • 24EG107D60 •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DF5FF"/>
                </a:solidFill>
                <a:latin typeface="Aptos Display"/>
              </a:defRPr>
            </a:pPr>
            <a:r>
              <a:t>Testing, Swagger &amp;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Spring Boot context test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Postman API testing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Swagger / OpenAPI documentation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Dockerfiles for frontend and backend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Docker Compose for MySQL + backend + frontend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Health endpoint for deployment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879D"/>
                </a:solidFill>
                <a:latin typeface="Aptos"/>
              </a:defRPr>
            </a:pPr>
            <a:r>
              <a:t>NEXUS • 24EG107D60 •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DF5FF"/>
                </a:solidFill>
                <a:latin typeface="Aptos Display"/>
              </a:defRPr>
            </a:pPr>
            <a:r>
              <a:t>Deployment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Frontend → Vercel / Netlify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Backend → Render / Railway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Database → Managed MySQL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Set VITE_API_URL on the frontend.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Set DB_URL, DB_USERNAME, DB_PASSWORD and JWT_SECRET on the backend.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Never commit API keys or production secrets.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879D"/>
                </a:solidFill>
                <a:latin typeface="Aptos"/>
              </a:defRPr>
            </a:pPr>
            <a:r>
              <a:t>NEXUS • 24EG107D60 •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E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DF5FF"/>
                </a:solidFill>
                <a:latin typeface="Aptos Display"/>
              </a:defRPr>
            </a:pPr>
            <a:r>
              <a:t>Demo Flow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1. Open landing page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2. Register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3. Enter a 5-character password and show validation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4. Login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5. Create a post/resource/event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6. Use AI Assistant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7. Show Admin dashboard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8. Open Swagger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9. Explain Docker and deployment</a:t>
            </a: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solidFill>
                  <a:srgbClr val="B8CADB"/>
                </a:solidFill>
                <a:latin typeface="Aptos"/>
              </a:defRPr>
            </a:pPr>
            <a:r>
              <a:t>NEXUS demonstrates a complete production-oriented Java full-stack capstone.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879D"/>
                </a:solidFill>
                <a:latin typeface="Aptos"/>
              </a:defRPr>
            </a:pPr>
            <a:r>
              <a:t>NEXUS • 24EG107D60 •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